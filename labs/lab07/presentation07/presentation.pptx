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презентаций в Beamer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Надиа Эззакат</a:t>
            </a:r>
            <a:r>
              <a:rPr/>
              <a:t> РУДН, Москва 13 марта 2026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Изучение возможностей класса Beamer в LaTeX для создания презентаций.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Структура презентации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Титульный слайд</a:t>
            </a:r>
          </a:p>
          <a:p>
            <a:pPr lvl="0"/>
            <a:r>
              <a:rPr/>
              <a:t>Оглавление</a:t>
            </a:r>
          </a:p>
          <a:p>
            <a:pPr lvl="0"/>
            <a:r>
              <a:rPr/>
              <a:t>Введение</a:t>
            </a:r>
          </a:p>
          <a:p>
            <a:pPr lvl="0"/>
            <a:r>
              <a:rPr/>
              <a:t>Возможности Beamer</a:t>
            </a:r>
          </a:p>
          <a:p>
            <a:pPr lvl="0"/>
            <a:r>
              <a:rPr/>
              <a:t>Блоки</a:t>
            </a:r>
          </a:p>
          <a:p>
            <a:pPr lvl="0"/>
            <a:r>
              <a:rPr/>
              <a:t>Колонки</a:t>
            </a:r>
          </a:p>
          <a:p>
            <a:pPr lvl="0"/>
            <a:r>
              <a:rPr/>
              <a:t>Математические формулы</a:t>
            </a:r>
          </a:p>
          <a:p>
            <a:pPr lvl="0"/>
            <a:r>
              <a:rPr/>
              <a:t>Заключение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Оглавление</a:t>
            </a:r>
          </a:p>
        </p:txBody>
      </p:sp>
      <p:pic>
        <p:nvPicPr>
          <p:cNvPr descr="images/image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89200" y="1193800"/>
            <a:ext cx="415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Слайд с оглавлением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Автоматическое оглавление на основе разделов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Введение</a:t>
            </a:r>
          </a:p>
        </p:txBody>
      </p:sp>
      <p:pic>
        <p:nvPicPr>
          <p:cNvPr descr="images/image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46300" y="1193800"/>
            <a:ext cx="483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Слайд с введением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Что такое Beamer и зачем он нужен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Возможности Beamer</a:t>
            </a:r>
          </a:p>
        </p:txBody>
      </p:sp>
      <p:pic>
        <p:nvPicPr>
          <p:cNvPr descr="images/image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92400" y="1193800"/>
            <a:ext cx="3771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Слайд с возможностями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Ключевые возможности: темы, блоки, колонки, математика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Математические формулы</a:t>
            </a:r>
          </a:p>
        </p:txBody>
      </p:sp>
      <p:pic>
        <p:nvPicPr>
          <p:cNvPr descr="images/image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22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Слайд с математикой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i="1"/>
                  <a:t>Примеры уравнений:</a:t>
                </a:r>
                <a:r>
                  <a:rPr/>
                  <a:t> - </a:t>
                </a:r>
                <a14:m>
                  <m:oMath xmlns:m="http://schemas.openxmlformats.org/officeDocument/2006/math">
                    <m:r>
                      <m:t>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m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-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</m:naryPr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n</m:t>
                        </m:r>
                      </m:sup>
                      <m:e>
                        <m:r>
                          <m:t>i</m:t>
                        </m:r>
                      </m:e>
                    </m:nary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n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n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1</m:t>
                            </m:r>
                          </m:e>
                        </m:d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Блоки в Beamer</a:t>
            </a:r>
          </a:p>
        </p:txBody>
      </p:sp>
      <p:pic>
        <p:nvPicPr>
          <p:cNvPr descr="images/image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67000" y="1193800"/>
            <a:ext cx="3810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Слайд с блоками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Три типа блоков:</a:t>
            </a:r>
            <a:r>
              <a:rPr/>
              <a:t> - Обычный блок (block) - Блок-предупреждение (alertblock) - Блок-пример (examples)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Колонки в Beamer</a:t>
            </a:r>
          </a:p>
        </p:txBody>
      </p:sp>
      <p:pic>
        <p:nvPicPr>
          <p:cNvPr descr="images/image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416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Слайд с колонками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Двухколоночный макет для сравнения информации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работы было изучено:</a:t>
            </a:r>
          </a:p>
          <a:p>
            <a:pPr lvl="0"/>
            <a:r>
              <a:rPr/>
              <a:t>Создание слайдов с помощью </a:t>
            </a:r>
            <a:r>
              <a:rPr>
                <a:latin typeface="Courier"/>
              </a:rPr>
              <a:t>frame</a:t>
            </a:r>
          </a:p>
          <a:p>
            <a:pPr lvl="0"/>
            <a:r>
              <a:rPr/>
              <a:t>Использование различных тем оформления</a:t>
            </a:r>
          </a:p>
          <a:p>
            <a:pPr lvl="0"/>
            <a:r>
              <a:rPr/>
              <a:t>Работа с блоками (</a:t>
            </a:r>
            <a:r>
              <a:rPr>
                <a:latin typeface="Courier"/>
              </a:rPr>
              <a:t>block</a:t>
            </a:r>
            <a:r>
              <a:rPr/>
              <a:t>, </a:t>
            </a:r>
            <a:r>
              <a:rPr>
                <a:latin typeface="Courier"/>
              </a:rPr>
              <a:t>alertblock</a:t>
            </a:r>
            <a:r>
              <a:rPr/>
              <a:t>, </a:t>
            </a:r>
            <a:r>
              <a:rPr>
                <a:latin typeface="Courier"/>
              </a:rPr>
              <a:t>examples</a:t>
            </a:r>
            <a:r>
              <a:rPr/>
              <a:t>)</a:t>
            </a:r>
          </a:p>
          <a:p>
            <a:pPr lvl="0"/>
            <a:r>
              <a:rPr/>
              <a:t>Создание многоколоночных макетов (</a:t>
            </a:r>
            <a:r>
              <a:rPr>
                <a:latin typeface="Courier"/>
              </a:rPr>
              <a:t>columns</a:t>
            </a:r>
            <a:r>
              <a:rPr/>
              <a:t>)</a:t>
            </a:r>
          </a:p>
          <a:p>
            <a:pPr lvl="0"/>
            <a:r>
              <a:rPr/>
              <a:t>Вставка математических формул</a:t>
            </a:r>
          </a:p>
          <a:p>
            <a:pPr lvl="0" indent="0" marL="0">
              <a:buNone/>
            </a:pPr>
            <a:r>
              <a:rPr/>
              <a:t>Beamer позволяет создавать профессиональные научные презентации с качественным форматированием.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Спасибо за внимание!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2026-03-13T17:30:11Z</dcterms:created>
  <dcterms:modified xsi:type="dcterms:W3CDTF">2026-03-13T17:30:11Z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